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74B5"/>
    <a:srgbClr val="1D1616"/>
    <a:srgbClr val="27445D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B0F01-E9B8-4052-B761-CE98F69F6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6E691F-875C-4434-A399-6853260C2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07613-C842-4CA3-BBD5-393E38F7F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F9F39-5B1A-4B50-981E-DE2AF030FEF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2E61-2A61-4661-B885-1FEE88F0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CE4A7-1A41-41FC-A04B-0468702D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37C4-EC0D-4ECB-AFBC-2C426A134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969385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588F-3A09-4678-B677-413E3911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1EC11-6792-4430-BEFD-13C2C416A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D63AC-0C8D-47E4-9CDD-FF51DF26F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F9F39-5B1A-4B50-981E-DE2AF030FEF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3737F-C95B-465C-BFF5-45651B58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F9D27-9AD6-493C-9958-0038FB65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37C4-EC0D-4ECB-AFBC-2C426A134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384886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5764-A64F-44CD-B434-C56723DA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68E37-0627-4402-80F1-8C25DC7AA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05C04-6BCD-4238-A60D-BF17CE81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F9F39-5B1A-4B50-981E-DE2AF030FEF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F3AC9-DB83-4D8B-8AFA-4AEC20BF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A971C-03A8-45F0-9541-7C72E879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37C4-EC0D-4ECB-AFBC-2C426A134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554607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1E0E-16BC-4B89-8835-84C5E493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0A9F5-7C91-440B-9ADC-89267F7ED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ADD61-1D31-49FA-8D11-2A637ABE6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0D49F-8E3F-456D-875E-C247CFB99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F9F39-5B1A-4B50-981E-DE2AF030FEF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A8A26-729A-4505-AA53-16348D7E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E87C1-0381-4BA9-9BB6-84A8D160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37C4-EC0D-4ECB-AFBC-2C426A134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811442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8924F-1B49-493B-A31C-3D357EDF8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CC111-7BDD-4417-9975-992BE7D3D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19A7C-88FF-4B42-9B21-669D97263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48FF8B-A331-491B-9B50-98C8F6B27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DCE48-D27F-4C99-A69E-881B57CB9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4BF3C-14B2-4048-ACFC-7B6B4522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F9F39-5B1A-4B50-981E-DE2AF030FEF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6568A3-87C5-4EEC-AE04-833CC52E0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E6B58B-0B5E-4FCF-BFFB-D8DBAABC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37C4-EC0D-4ECB-AFBC-2C426A134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885781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25C0-C8BE-4C0E-B892-5CAD7C6D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83B47-B873-4B05-914A-CA891E4B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F9F39-5B1A-4B50-981E-DE2AF030FEF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1AB60-A98C-4D22-AF48-08F46E8BF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215F1-49DF-482E-A636-57C32372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37C4-EC0D-4ECB-AFBC-2C426A134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337453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0BD11E-DC68-438C-9346-8C99F600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F9F39-5B1A-4B50-981E-DE2AF030FEF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AFBD72-F722-410A-AE44-56F1DC34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32D60-B388-4F7D-A11B-A9D188F7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37C4-EC0D-4ECB-AFBC-2C426A134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293288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53DC-A905-447A-96BD-5810DD69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9326B-D58A-4617-A549-9BA13F4EB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664DC-94E5-42A1-BF5D-6FF72A9A6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D6EE8-76DD-4B01-8FB5-E1D8FBA53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F9F39-5B1A-4B50-981E-DE2AF030FEF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575FA-92FA-4790-918F-FD7E79DF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32AA2-6C74-4551-A71B-0B5095BF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37C4-EC0D-4ECB-AFBC-2C426A134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028914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4E59-E46B-41ED-BA33-5BE346585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F8ACD4-67BF-462B-B086-22BBC4986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CDF6C-9C31-437A-A75C-F9DF74E56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E2D8F-B261-4D8E-9674-4D38FEA89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F9F39-5B1A-4B50-981E-DE2AF030FEF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8D320-F175-45EB-855E-F0A57DE3A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7BB3E-0AD5-46F8-B646-30CEA653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37C4-EC0D-4ECB-AFBC-2C426A134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040140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60128-438A-4FE1-90DB-34921B575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FF747-CE94-4B93-934C-7FA4AC78F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B744F-123E-4F82-BA46-D110AC43F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F9F39-5B1A-4B50-981E-DE2AF030FEF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67708-C2F2-4714-8769-8FD8DCF1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990B4-52A2-432A-B8DD-99E9411EA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37C4-EC0D-4ECB-AFBC-2C426A134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83509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0A2A6F-55C4-40FD-A51C-1B242AFF95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F6BCF-01B7-47EF-9F72-66E6B1E9F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08C7-2352-4A5E-A8E0-FD558058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F9F39-5B1A-4B50-981E-DE2AF030FEF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B7825-D048-4E29-BE79-CB78B054F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4221-52F7-42A1-B140-76B49B60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437C4-EC0D-4ECB-AFBC-2C426A134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776624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53E6EC-5DA3-4EDF-AAD1-CDF145C1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A998C-B9FB-4149-A9E6-D36B21DBF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BCFB8-336D-41CD-BCED-4852EF6462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F9F39-5B1A-4B50-981E-DE2AF030FEF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84893-604E-4527-8B73-DCAEDEDF5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E2440-214E-4030-8652-4A6CE8900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437C4-EC0D-4ECB-AFBC-2C426A134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66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8887B6-07FB-4151-BA55-B4F6143D08D9}"/>
              </a:ext>
            </a:extLst>
          </p:cNvPr>
          <p:cNvSpPr txBox="1"/>
          <p:nvPr/>
        </p:nvSpPr>
        <p:spPr>
          <a:xfrm>
            <a:off x="3050343" y="4233604"/>
            <a:ext cx="60913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React JS</a:t>
            </a:r>
            <a:endParaRPr lang="en-IN" sz="9600" b="1" dirty="0">
              <a:solidFill>
                <a:srgbClr val="1D161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28" name="Picture 4" descr="react&quot; Icon - Download for free – Iconduck">
            <a:extLst>
              <a:ext uri="{FF2B5EF4-FFF2-40B4-BE49-F238E27FC236}">
                <a16:creationId xmlns:a16="http://schemas.microsoft.com/office/drawing/2014/main" id="{818381F6-48F2-4845-B825-5BD950FA3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755" y="1021083"/>
            <a:ext cx="3604486" cy="320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FB54C6-B06B-4CB6-80F9-ADE49DA0E64F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205979"/>
      </p:ext>
    </p:extLst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Introduction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b="1" u="sng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JavaScript Library:</a:t>
            </a:r>
            <a:r>
              <a:rPr lang="en-US" sz="2400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React.js is a JavaScript library for building user interfaces, mainly for single-page applications.</a:t>
            </a:r>
          </a:p>
          <a:p>
            <a:pPr>
              <a:lnSpc>
                <a:spcPct val="110000"/>
              </a:lnSpc>
            </a:pPr>
            <a:r>
              <a:rPr lang="en-US" sz="2400" b="1" u="sng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Component-Based: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It enables the creation of reusable UI components, promoting modularity and maintainability.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1A1B7AB-6EF2-4DBA-B21E-EF26D0D06E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680" y="1516000"/>
            <a:ext cx="3832102" cy="3826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BA7321-FA75-4074-9FAD-028642FAC9C3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94527"/>
      </p:ext>
    </p:extLst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Introduction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u="sng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Virtual DOM:</a:t>
            </a:r>
            <a:r>
              <a:rPr lang="en-US" sz="2400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React uses a Virtual DOM to optimize performance by minimizing direct manipulation of the real DOM.</a:t>
            </a:r>
          </a:p>
          <a:p>
            <a:pPr>
              <a:lnSpc>
                <a:spcPct val="100000"/>
              </a:lnSpc>
            </a:pPr>
            <a:r>
              <a:rPr lang="en-US" sz="2400" b="1" u="sng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Declarative:</a:t>
            </a:r>
            <a:r>
              <a:rPr lang="en-US" sz="2400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React allows developers to describe what the UI should look like based on the app's state, simplifying development and debugging.</a:t>
            </a:r>
            <a:endParaRPr lang="en-IN" sz="24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744" y="1516000"/>
            <a:ext cx="3826000" cy="3826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906C0B-8B73-4914-8366-E582CDAD233F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395152"/>
      </p:ext>
    </p:extLst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Commands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D1616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node -v :</a:t>
            </a:r>
            <a:br>
              <a:rPr lang="en-US" sz="2400" b="1" dirty="0">
                <a:solidFill>
                  <a:srgbClr val="1D1616"/>
                </a:solidFill>
                <a:latin typeface="Consolas" panose="020B0609020204030204" pitchFamily="49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use to check version of node.</a:t>
            </a:r>
          </a:p>
          <a:p>
            <a:pPr>
              <a:lnSpc>
                <a:spcPct val="100000"/>
              </a:lnSpc>
            </a:pPr>
            <a:r>
              <a:rPr lang="en-US" sz="2400" b="1" dirty="0" err="1">
                <a:solidFill>
                  <a:srgbClr val="1D1616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npm</a:t>
            </a:r>
            <a:r>
              <a:rPr lang="en-US" sz="2400" b="1" dirty="0">
                <a:solidFill>
                  <a:srgbClr val="1D1616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 –v :</a:t>
            </a:r>
            <a:br>
              <a:rPr lang="en-US" sz="2400" b="1" dirty="0">
                <a:solidFill>
                  <a:srgbClr val="1D1616"/>
                </a:solidFill>
                <a:latin typeface="Consolas" panose="020B0609020204030204" pitchFamily="49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use to check version of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npm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400" b="1" dirty="0" err="1">
                <a:solidFill>
                  <a:srgbClr val="1D1616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npx</a:t>
            </a:r>
            <a:r>
              <a:rPr lang="en-US" sz="2400" b="1" dirty="0">
                <a:solidFill>
                  <a:srgbClr val="1D1616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 create-react-app &lt;name&gt;:</a:t>
            </a:r>
            <a:br>
              <a:rPr lang="en-US" sz="2400" b="1" dirty="0">
                <a:solidFill>
                  <a:srgbClr val="1D1616"/>
                </a:solidFill>
                <a:latin typeface="Consolas" panose="020B0609020204030204" pitchFamily="49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use to create react project.</a:t>
            </a:r>
          </a:p>
          <a:p>
            <a:pPr>
              <a:lnSpc>
                <a:spcPct val="100000"/>
              </a:lnSpc>
            </a:pPr>
            <a:r>
              <a:rPr lang="en-US" sz="2400" b="1" dirty="0" err="1">
                <a:solidFill>
                  <a:srgbClr val="1D1616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npm</a:t>
            </a:r>
            <a:r>
              <a:rPr lang="en-US" sz="2400" b="1" dirty="0">
                <a:solidFill>
                  <a:srgbClr val="1D1616"/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 start :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use to run react app</a:t>
            </a:r>
          </a:p>
          <a:p>
            <a:pPr>
              <a:lnSpc>
                <a:spcPct val="100000"/>
              </a:lnSpc>
            </a:pPr>
            <a:endParaRPr lang="en-IN" sz="2400" b="1" dirty="0">
              <a:solidFill>
                <a:srgbClr val="1D1616"/>
              </a:solidFill>
              <a:latin typeface="Consolas" panose="020B0609020204030204" pitchFamily="49" charset="0"/>
              <a:ea typeface="Verdana" panose="020B060403050404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744" y="1516000"/>
            <a:ext cx="3826000" cy="3826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8635DC-EA3E-4787-B835-5C9BA9316220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376679"/>
      </p:ext>
    </p:extLst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Project structure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92500"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public/: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Contains static assets like index.html and images, which are publicly accessible.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 err="1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src</a:t>
            </a: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Holds all source code, including React components, styles, and utilities.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index.js: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entry point where the app is rendered to the DOM.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App.js: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Main component that acts as the root of the app.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879" y="2055813"/>
            <a:ext cx="3516375" cy="3516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759785-85BA-4FAA-B5E8-4BC32C2C375B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067705"/>
      </p:ext>
    </p:extLst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Project structure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5"/>
            </a:pP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components/: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directory for reusable UI components.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5"/>
            </a:pP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assets/: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Stores static files like images, fonts, etc.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5"/>
            </a:pP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styles/: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Contains global or component-specific CSS or styling files.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5"/>
            </a:pPr>
            <a:r>
              <a:rPr lang="en-US" sz="2200" b="1" dirty="0" err="1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node_modules</a:t>
            </a: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Contains all project dependencies installed via </a:t>
            </a:r>
            <a:r>
              <a:rPr lang="en-US" sz="2200" dirty="0" err="1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npm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or yarn.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879" y="2055813"/>
            <a:ext cx="3516375" cy="3516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573157-24CC-41C1-A9ED-F5393AD2EAF8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351314"/>
      </p:ext>
    </p:extLst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Project structure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87929"/>
            <a:ext cx="5181600" cy="2282141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9"/>
            </a:pPr>
            <a:r>
              <a:rPr lang="en-US" sz="2200" b="1" dirty="0" err="1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package.json</a:t>
            </a: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Configuration file for project metadata, dependencies, and scripts.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9"/>
            </a:pP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public/index.html: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HTML file that serves as a template for the app.</a:t>
            </a:r>
            <a:endParaRPr lang="en-IN" sz="22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879" y="2055813"/>
            <a:ext cx="3516375" cy="3516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EB6A88-D8C9-4A96-A28D-8479AD01FD65}"/>
              </a:ext>
            </a:extLst>
          </p:cNvPr>
          <p:cNvSpPr txBox="1"/>
          <p:nvPr/>
        </p:nvSpPr>
        <p:spPr>
          <a:xfrm>
            <a:off x="4520416" y="6474600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599721"/>
      </p:ext>
    </p:extLst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if </a:t>
            </a:r>
            <a:r>
              <a:rPr lang="en-US" sz="4000" b="1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node_module</a:t>
            </a:r>
            <a:r>
              <a:rPr lang="en-US" sz="4000" b="1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 </a:t>
            </a:r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deleted?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0741" y="2858464"/>
            <a:ext cx="5829886" cy="114107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 below command :</a:t>
            </a:r>
            <a:br>
              <a:rPr lang="en-US" sz="3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3200" b="1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npm</a:t>
            </a:r>
            <a:r>
              <a:rPr lang="en-US" sz="3200" b="1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Verdana" panose="020B0604030504040204" pitchFamily="34" charset="0"/>
              </a:rPr>
              <a:t> install</a:t>
            </a:r>
            <a:endParaRPr lang="en-IN" sz="3200" dirty="0">
              <a:solidFill>
                <a:schemeClr val="bg1">
                  <a:lumMod val="85000"/>
                </a:schemeClr>
              </a:solidFill>
              <a:latin typeface="Consolas" panose="020B0609020204030204" pitchFamily="49" charset="0"/>
              <a:ea typeface="Verdana" panose="020B060403050404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208" y="2645142"/>
            <a:ext cx="2337718" cy="233771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A0B3E0-14FF-47AF-B42D-CED01B555DA9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900690"/>
      </p:ext>
    </p:extLst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Components in react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React Components: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Reusable building blocks that define how the UI should appear.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Functional Components: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Simple, stateless components that are written as JavaScript functions.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Class Components: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Older components that use ES6 classes, allowing state and lifecycle methods.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879" y="2055813"/>
            <a:ext cx="3516375" cy="3516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8A6E5A-AB9C-4711-9E56-EC747A122948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748759"/>
      </p:ext>
    </p:extLst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Components in react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Stateful Components: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Components that manage internal state using hooks or class-based methods.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Stateless Components: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Components that rely solely on props for rendering and do not manage state.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Higher-Order Components (HOCs):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Functions that enhance or modify the behavior of existing components.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879" y="2055813"/>
            <a:ext cx="3516375" cy="3516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C8347E-8C2B-4602-9BF0-D1BC370A7BA2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610696"/>
      </p:ext>
    </p:extLst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JSX?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JSX (JavaScript XML):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syntax extension for JavaScript used in React to describe UI structure.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HTML-Like Syntax: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JSX allows you to write HTML-like code within JavaScript.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React Elements: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JSX is transformed into React elements that React can render to the DOM.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879" y="2055813"/>
            <a:ext cx="3516375" cy="3516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DB7EC5-BC22-4E15-8AD6-5CCC6A4595D6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776175"/>
      </p:ext>
    </p:extLst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JSX?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Supports JavaScript Expressions: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You can embed JavaScript expressions inside curly braces {} within JSX.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Component Rendering: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JSX is used to define how components should render UI in React.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Requires Babel: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JSX needs to be transpired to regular JavaScript using tools like Babel before it can be executed by the browser.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879" y="2055813"/>
            <a:ext cx="3516375" cy="3516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ADF7F4-C4F1-4C1C-B130-963A10DA3947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558045"/>
      </p:ext>
    </p:extLst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JSX Example</a:t>
            </a:r>
            <a:endParaRPr lang="en-IN" sz="4800" dirty="0">
              <a:solidFill>
                <a:srgbClr val="1D1616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CF9B22A-DC93-4993-A65D-99691AD7F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139" y="1690688"/>
            <a:ext cx="4056504" cy="4518904"/>
          </a:xfrm>
        </p:spPr>
      </p:pic>
      <p:pic>
        <p:nvPicPr>
          <p:cNvPr id="2052" name="Picture 4" descr="Character Presentation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6D206CB-C8E3-43F3-B6EC-77A3C861B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581" y="1632050"/>
            <a:ext cx="4577542" cy="457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DC6E09-04E4-4222-90D3-9177734B63DA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699298"/>
      </p:ext>
    </p:extLst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state?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 in React: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built-in object that stores data or information about the component.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Dynamic: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 can change over time and trigger re-rendering of the component.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Managed within Components: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 React component can have its own state.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879" y="2055813"/>
            <a:ext cx="3516375" cy="3516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3BF08C-40D8-4BE1-95E0-2E1506580124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103346"/>
      </p:ext>
    </p:extLst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state?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Mutable: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State can be updated using functions like setState (class components) or useState (functional components).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Used for Interactivity: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It allows components to respond to user input, events, or other changes in the application.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Local to Component: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State is local to the component unless lifted up to a parent component or shared via context or state management libraries.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879" y="2055813"/>
            <a:ext cx="3516375" cy="3516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A0F907-8986-4C0A-A4F9-A31200CF9FAA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789986"/>
      </p:ext>
    </p:extLst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props?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Props in React: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Short for "properties," props are inputs passed from a parent component to a child component.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Read-Only: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Props are immutable within the child component; they cannot be modified by the child.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Used for Data Transfer: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They allow data to flow from a parent component to a child, enabling communication between components.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879" y="2055813"/>
            <a:ext cx="3516375" cy="3516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E1BFAC-E124-4AF0-BC7B-BB7A8E34812D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693654"/>
      </p:ext>
    </p:extLst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props?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Functionality: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Props can be used to pass dynamic content (e.g., text, numbers, functions) into child components.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Component Customization: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Props allow you to customize components by passing different values, making them reusable.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Default Props: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Components can define default values for props, ensuring they have values if not explicitly provided by the parent.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879" y="2055813"/>
            <a:ext cx="3516375" cy="3516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F352B2-B109-41DA-B03E-4BCAC8BAAF94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852625"/>
      </p:ext>
    </p:extLst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Conditional rendering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Conditional Rendering in React: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ability to render different UI elements based on certain conditions or state.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Using JavaScript Expressions: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You can use JavaScript logic (like if, ternary operators, or logical operators) within JSX to decide what should be displayed.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State-Driven: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It often depends on component state, props, or other dynamic values to change the UI.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879" y="2055813"/>
            <a:ext cx="3516375" cy="3516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F37859-05F6-4DDE-A3C2-A827E98B8C29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982368"/>
      </p:ext>
    </p:extLst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Lifecycle methods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00544"/>
            <a:ext cx="5181600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 err="1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componentDidMount</a:t>
            </a: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():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Called once after the component has been rendered and added to the DOM, ideal for data fetching or setup tasks.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 err="1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shouldComponentUpdate</a:t>
            </a: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():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Determines if a component should re-render in response to changes in state or props (used for optimization).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 err="1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componentDidUpdate</a:t>
            </a: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():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Called after a component has updated due to changes in state or props, useful for responding to state changes.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078" y="1787013"/>
            <a:ext cx="4053978" cy="405397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00E1ED-47A8-4EF8-ACD1-4C56F0611D0C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816380"/>
      </p:ext>
    </p:extLst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Lifecycle methods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00544"/>
            <a:ext cx="5181600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000" b="1" dirty="0" err="1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componentWillUnmount</a:t>
            </a: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():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Called just before the component is removed from the DOM, ideal for cleanup tasks like canceling network requests or removing event listeners.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React Hooks: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 functional components, lifecycle behaviors are handled using hooks like useEffect, which combines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componentDidMount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componentDidUpdate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and </a:t>
            </a: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componentWillUnmount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 one function.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078" y="1787013"/>
            <a:ext cx="4053978" cy="405397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334BD0-D954-4BBD-8CFC-3C2CCD585C6F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435645"/>
      </p:ext>
    </p:extLst>
  </p:cSld>
  <p:clrMapOvr>
    <a:masterClrMapping/>
  </p:clrMapOvr>
  <p:transition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useEffect Hook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00544"/>
            <a:ext cx="5181600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useEffect Hook in React: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built-in hook that allows you to perform side effects in functional components.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Side Effects: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Operations like data fetching, DOM manipulation, or timers that don’t directly relate to rendering UI but are necessary for the component's behavior.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Runs After Render: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useEffect runs after the component renders, making it ideal for tasks that need to occur after the component's output is displayed.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274" y="1649225"/>
            <a:ext cx="3102532" cy="405397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16DEBE-4497-4F1B-8FCC-52AE0AF6B495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360579"/>
      </p:ext>
    </p:extLst>
  </p:cSld>
  <p:clrMapOvr>
    <a:masterClrMapping/>
  </p:clrMapOvr>
  <p:transition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useMemo Hook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00544"/>
            <a:ext cx="5181600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9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useMemo Hook in React: </a:t>
            </a:r>
            <a:r>
              <a:rPr lang="en-US" sz="19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hook that memorizes the result of a computation, optimizing performance by avoiding unnecessary recalculations.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9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Performance Optimization:</a:t>
            </a:r>
            <a:r>
              <a:rPr lang="en-US" sz="19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useMemo is used to </a:t>
            </a:r>
            <a:r>
              <a:rPr lang="en-US" sz="1900" dirty="0" err="1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memoize</a:t>
            </a:r>
            <a:r>
              <a:rPr lang="en-US" sz="19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expensive calculations or functions, ensuring they only recompute when specific dependencies change.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9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Avoids Recalculation:</a:t>
            </a:r>
            <a:r>
              <a:rPr lang="en-US" sz="19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It helps prevent unnecessary recalculations of values on every render, improving performance in larger applications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274" y="1649225"/>
            <a:ext cx="3102532" cy="405397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259655-1F59-4D4B-B5F3-FCA823677429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065302"/>
      </p:ext>
    </p:extLst>
  </p:cSld>
  <p:clrMapOvr>
    <a:masterClrMapping/>
  </p:clrMapOvr>
  <p:transition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map()?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map() Function in React: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JavaScript array method used to iterate over arrays and transform or display elements dynamically in JSX.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Iterates Over Arrays: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map() function is commonly used to loop through arrays and return new arrays or JSX elements.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Transforms Data: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It transforms each item in an array into a new form (e.g., rendering a list of components from an array of data).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274" y="2124947"/>
            <a:ext cx="3102532" cy="310253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8F8D84-E07F-4ECE-99BF-5712CE89659C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961811"/>
      </p:ext>
    </p:extLst>
  </p:cSld>
  <p:clrMapOvr>
    <a:masterClrMapping/>
  </p:clrMapOvr>
  <p:transition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map()?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Returns a New Array: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map() does not modify the original array, it creates and returns a new array.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4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Used in JSX: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Frequently used in React to render lists of items dynamically within the UI.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274" y="2124947"/>
            <a:ext cx="3102532" cy="310253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FB4CD8-6002-4FBE-A991-D6A5C1C036D4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451519"/>
      </p:ext>
    </p:extLst>
  </p:cSld>
  <p:clrMapOvr>
    <a:masterClrMapping/>
  </p:clrMapOvr>
  <p:transition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map() Example</a:t>
            </a:r>
            <a:endParaRPr lang="en-IN" sz="4800" dirty="0">
              <a:solidFill>
                <a:srgbClr val="1D1616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CF9B22A-DC93-4993-A65D-99691AD7F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74324"/>
            <a:ext cx="7439680" cy="3106315"/>
          </a:xfrm>
        </p:spPr>
      </p:pic>
      <p:pic>
        <p:nvPicPr>
          <p:cNvPr id="2052" name="Picture 4" descr="Character Presentation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E6D206CB-C8E3-43F3-B6EC-77A3C861B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458" y="1690688"/>
            <a:ext cx="4577542" cy="457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C8AFC9-637A-466F-9245-91E4E42929C8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343050"/>
      </p:ext>
    </p:extLst>
  </p:cSld>
  <p:clrMapOvr>
    <a:masterClrMapping/>
  </p:clrMapOvr>
  <p:transition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Fragment?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Fragment in React: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built-in component used to group multiple elements without adding extra nodes to the DOM.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 Extra DOM Node: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Fragments don't create a new wrapper element in the DOM, helping to keep the DOM structure clean.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Grouping Elements: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It allows returning multiple JSX elements from a component without needing an extra parent element like &lt;div&gt;.</a:t>
            </a: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3CC3F374-F9FA-4605-950B-A5F9F3C21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280" y="1211953"/>
            <a:ext cx="4928520" cy="4928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E17716-E633-446A-B851-A0F44EFB1352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080466"/>
      </p:ext>
    </p:extLst>
  </p:cSld>
  <p:clrMapOvr>
    <a:masterClrMapping/>
  </p:clrMapOvr>
  <p:transition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Fragment?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Shorthand Syntax: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React provides a shorthand syntax &lt;&gt;...&lt;/&gt;, making it more concise than using &lt;React.Fragment&gt;...&lt;/React.Fragment&gt;.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 Cases: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Particularly useful when rendering lists or multiple elements in a component that don't need to be wrapped in an additional HTML tag.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C03908-0188-4614-97A9-0BE68FD46D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280" y="1211953"/>
            <a:ext cx="4928520" cy="492852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B0C060-68FD-4998-9AAA-557209817B34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64260"/>
      </p:ext>
    </p:extLst>
  </p:cSld>
  <p:clrMapOvr>
    <a:masterClrMapping/>
  </p:clrMapOvr>
  <p:transition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Ref?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ref in React: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special attribute in React used to reference and directly interact with DOM elements or React components.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Direct Access: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ref provides a way to access and modify the properties of a DOM element or React component directly.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Used for Imperative Code: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It’s often used for actions like focusing an input, measuring the size of an element, or triggering animations.</a:t>
            </a: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3CC3F374-F9FA-4605-950B-A5F9F3C21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280" y="1211953"/>
            <a:ext cx="4928520" cy="4928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7A5AFE-B981-4DA8-ADB0-79C2CA1F5C41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13901"/>
      </p:ext>
    </p:extLst>
  </p:cSld>
  <p:clrMapOvr>
    <a:masterClrMapping/>
  </p:clrMapOvr>
  <p:transition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Ref?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useRef Hook: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 functional components, useRef is used to create a reference to a DOM element or a value that persists across renders.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createRef in Class Components: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 class components, createRef is used to create a reference.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 for State Management: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It should not be used as a replacement for state, as it doesn't trigger re-renders.</a:t>
            </a: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3CC3F374-F9FA-4605-950B-A5F9F3C21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280" y="1211953"/>
            <a:ext cx="4928520" cy="4928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82E138-90A0-40AF-868F-6DED20735C5A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243872"/>
      </p:ext>
    </p:extLst>
  </p:cSld>
  <p:clrMapOvr>
    <a:masterClrMapping/>
  </p:clrMapOvr>
  <p:transition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Routing?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Routing in React: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mechanism to navigate between different views or pages in a single-page React application (SPA).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React Router: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most commonly used library for handling routing in React applications.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URL Mapping: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Routes map specific URLs to corresponding components that should be displayed.</a:t>
            </a: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3CC3F374-F9FA-4605-950B-A5F9F3C21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363" y="1818036"/>
            <a:ext cx="3716354" cy="37163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2BF938-7C16-4F12-8DA9-40FABF7020AC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195194"/>
      </p:ext>
    </p:extLst>
  </p:cSld>
  <p:clrMapOvr>
    <a:masterClrMapping/>
  </p:clrMapOvr>
  <p:transition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Working with APIs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API (Application Programming Interface):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set of protocols, tools, and definitions that allow different software applications to communicate with each other.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Communication Interface: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APIs define how different software systems can interact by specifying requests and responses.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Exchange: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They allow data to be transferred between systems, such as a web server and a client application.</a:t>
            </a: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3CC3F374-F9FA-4605-950B-A5F9F3C21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363" y="1818036"/>
            <a:ext cx="3716354" cy="37163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E58C79-6D7D-47E1-ACE9-24963995817B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551625"/>
      </p:ext>
    </p:extLst>
  </p:cSld>
  <p:clrMapOvr>
    <a:masterClrMapping/>
  </p:clrMapOvr>
  <p:transition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API methods</a:t>
            </a:r>
            <a:endParaRPr lang="en-IN" sz="4800" dirty="0">
              <a:solidFill>
                <a:srgbClr val="1D1616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AA5BA-78C0-499E-9205-EB3DB6237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00544"/>
            <a:ext cx="5181600" cy="435133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GET: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Fetches data from the server. Used for retrieving information or reading resources.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POST: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Sends data to the server to create a new resource. Used for submitting form data, creating new entries, etc.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PUT: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Sends data to the server to partially update an existing resource. More efficient than PUT for making partial updates.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1D161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DELETE: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Deletes a resource from the server. Used when removing items or data.</a:t>
            </a: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3CC3F374-F9FA-4605-950B-A5F9F3C21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363" y="1818036"/>
            <a:ext cx="3716354" cy="37163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090DA0-810D-47A0-9673-C12DB36492A5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026463"/>
      </p:ext>
    </p:extLst>
  </p:cSld>
  <p:clrMapOvr>
    <a:masterClrMapping/>
  </p:clrMapOvr>
  <p:transition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929A2-30EA-4484-A993-1370A77532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154" name="Picture 10" descr="Celebration PNG Image Background">
            <a:extLst>
              <a:ext uri="{FF2B5EF4-FFF2-40B4-BE49-F238E27FC236}">
                <a16:creationId xmlns:a16="http://schemas.microsoft.com/office/drawing/2014/main" id="{2360C0CD-D773-482B-9FB4-25A58F976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247842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1CEB305-16BF-48D9-85D1-B1B765E2B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4847"/>
            <a:ext cx="10515600" cy="440830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highlight>
                  <a:srgbClr val="3674B5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Congratulations on completing your React JS course! You've gained valuable skills in building dynamic and interactive user interfaces. Keep practicing and exploring new features</a:t>
            </a:r>
            <a:endParaRPr lang="en-IN" sz="3200" b="1" dirty="0">
              <a:solidFill>
                <a:srgbClr val="1D1616"/>
              </a:solidFill>
              <a:highlight>
                <a:srgbClr val="3674B5"/>
              </a:highligh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8DE023-5639-4896-B26D-F129071301DB}"/>
              </a:ext>
            </a:extLst>
          </p:cNvPr>
          <p:cNvSpPr txBox="1"/>
          <p:nvPr/>
        </p:nvSpPr>
        <p:spPr>
          <a:xfrm>
            <a:off x="4520416" y="6488668"/>
            <a:ext cx="315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COSMOS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389642"/>
      </p:ext>
    </p:extLst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1712</Words>
  <Application>Microsoft Office PowerPoint</Application>
  <PresentationFormat>Widescreen</PresentationFormat>
  <Paragraphs>149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Century</vt:lpstr>
      <vt:lpstr>Consolas</vt:lpstr>
      <vt:lpstr>Verdana</vt:lpstr>
      <vt:lpstr>Office Theme</vt:lpstr>
      <vt:lpstr>PowerPoint Presentation</vt:lpstr>
      <vt:lpstr>Introduction</vt:lpstr>
      <vt:lpstr>Introduction</vt:lpstr>
      <vt:lpstr>Commands</vt:lpstr>
      <vt:lpstr>Project structure</vt:lpstr>
      <vt:lpstr>Project structure</vt:lpstr>
      <vt:lpstr>Project structure</vt:lpstr>
      <vt:lpstr>What if node_module deleted?</vt:lpstr>
      <vt:lpstr>Components in react</vt:lpstr>
      <vt:lpstr>Components in react</vt:lpstr>
      <vt:lpstr>What is JSX?</vt:lpstr>
      <vt:lpstr>What is JSX?</vt:lpstr>
      <vt:lpstr>JSX Example</vt:lpstr>
      <vt:lpstr>What is state?</vt:lpstr>
      <vt:lpstr>What is state?</vt:lpstr>
      <vt:lpstr>What is props?</vt:lpstr>
      <vt:lpstr>What is props?</vt:lpstr>
      <vt:lpstr>Conditional rendering</vt:lpstr>
      <vt:lpstr>Lifecycle methods</vt:lpstr>
      <vt:lpstr>Lifecycle methods</vt:lpstr>
      <vt:lpstr>useEffect Hook</vt:lpstr>
      <vt:lpstr>useMemo Hook</vt:lpstr>
      <vt:lpstr>What is map()?</vt:lpstr>
      <vt:lpstr>What is map()?</vt:lpstr>
      <vt:lpstr>map() Example</vt:lpstr>
      <vt:lpstr>What is Fragment?</vt:lpstr>
      <vt:lpstr>What is Fragment?</vt:lpstr>
      <vt:lpstr>What is Ref?</vt:lpstr>
      <vt:lpstr>What is Ref?</vt:lpstr>
      <vt:lpstr>What is Routing?</vt:lpstr>
      <vt:lpstr>Working with APIs</vt:lpstr>
      <vt:lpstr>API methods</vt:lpstr>
      <vt:lpstr>Congratulations on completing your React JS course! You've gained valuable skills in building dynamic and interactive user interfaces. Keep practicing and exploring new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P16</dc:creator>
  <cp:lastModifiedBy>P16</cp:lastModifiedBy>
  <cp:revision>90</cp:revision>
  <dcterms:created xsi:type="dcterms:W3CDTF">2025-02-06T11:30:23Z</dcterms:created>
  <dcterms:modified xsi:type="dcterms:W3CDTF">2025-02-06T13:53:07Z</dcterms:modified>
</cp:coreProperties>
</file>